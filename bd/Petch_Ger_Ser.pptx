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Playfair Display SemiBold"/>
      <p:regular r:id="rId17"/>
      <p:bold r:id="rId18"/>
      <p:italic r:id="rId19"/>
      <p:boldItalic r:id="rId20"/>
    </p:embeddedFont>
    <p:embeddedFont>
      <p:font typeface="Playfair Display Black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PlayfairDisplayBlack-boldItalic.fntdata"/><Relationship Id="rId10" Type="http://schemas.openxmlformats.org/officeDocument/2006/relationships/slide" Target="slides/slide6.xml"/><Relationship Id="rId21" Type="http://schemas.openxmlformats.org/officeDocument/2006/relationships/font" Target="fonts/PlayfairDisplayBlack-bold.fntdata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PlayfairDisplaySemiBold-regular.fntdata"/><Relationship Id="rId16" Type="http://schemas.openxmlformats.org/officeDocument/2006/relationships/font" Target="fonts/PlayfairDisplay-boldItalic.fntdata"/><Relationship Id="rId5" Type="http://schemas.openxmlformats.org/officeDocument/2006/relationships/slide" Target="slides/slide1.xml"/><Relationship Id="rId19" Type="http://schemas.openxmlformats.org/officeDocument/2006/relationships/font" Target="fonts/PlayfairDisplaySemiBold-italic.fntdata"/><Relationship Id="rId6" Type="http://schemas.openxmlformats.org/officeDocument/2006/relationships/slide" Target="slides/slide2.xml"/><Relationship Id="rId18" Type="http://schemas.openxmlformats.org/officeDocument/2006/relationships/font" Target="fonts/PlayfairDisplay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4350a942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c4350a942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c4350a942c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4350a942c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c4350a942c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c4350a942c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436f6ce1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436f6ce1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c436f6ce1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436f6ce12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436f6ce12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c436f6ce12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7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edes generarme un fondo para la portada asi de perros" id="45" name="Google Shape;4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/>
          <p:nvPr/>
        </p:nvSpPr>
        <p:spPr>
          <a:xfrm>
            <a:off x="10333600" y="5299975"/>
            <a:ext cx="4008300" cy="2463600"/>
          </a:xfrm>
          <a:prstGeom prst="flowChartAlternateProcess">
            <a:avLst/>
          </a:prstGeom>
          <a:solidFill>
            <a:srgbClr val="D3C9C5"/>
          </a:solidFill>
          <a:ln cap="flat" cmpd="sng" w="9525">
            <a:solidFill>
              <a:srgbClr val="D3C9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7" name="Google Shape;47;p11"/>
          <p:cNvSpPr txBox="1"/>
          <p:nvPr/>
        </p:nvSpPr>
        <p:spPr>
          <a:xfrm>
            <a:off x="10806350" y="5552950"/>
            <a:ext cx="5240100" cy="23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5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Sergio Bailén </a:t>
            </a:r>
            <a:endParaRPr sz="3500">
              <a:solidFill>
                <a:schemeClr val="accent5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accent5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99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Gerald maltsev</a:t>
            </a:r>
            <a:endParaRPr sz="3500">
              <a:solidFill>
                <a:srgbClr val="FF9900"/>
              </a:solidFill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 la diapo" id="53" name="Google Shape;5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6280190" y="2682954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3550"/>
              <a:buFont typeface="Arial"/>
              <a:buNone/>
            </a:pPr>
            <a:r>
              <a:rPr b="1" i="0" lang="en-US" sz="3550" u="none" cap="none" strike="noStrike">
                <a:solidFill>
                  <a:srgbClr val="FFF8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Logo and Eslogan</a:t>
            </a:r>
            <a:endParaRPr i="0" sz="3550" u="none" cap="none" strike="noStrike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6280190" y="3590092"/>
            <a:ext cx="75564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6150"/>
              <a:buFont typeface="Arial"/>
              <a:buNone/>
            </a:pPr>
            <a:r>
              <a:rPr b="1" i="0" lang="en-US" sz="6150" u="none" cap="none" strike="noStrike">
                <a:solidFill>
                  <a:srgbClr val="FFF8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Eslogan: "</a:t>
            </a:r>
            <a:r>
              <a:rPr b="1" i="0" lang="en-US" sz="6150" u="none" cap="none" strike="noStrike">
                <a:solidFill>
                  <a:srgbClr val="F5A3A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Love at first bark</a:t>
            </a:r>
            <a:r>
              <a:rPr b="1" i="0" lang="en-US" sz="6150" u="none" cap="none" strike="noStrike">
                <a:solidFill>
                  <a:srgbClr val="FFF8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 i="0" sz="6150" u="none" cap="none" strike="noStrike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2608450" y="7447125"/>
            <a:ext cx="2022000" cy="782400"/>
          </a:xfrm>
          <a:prstGeom prst="rect">
            <a:avLst/>
          </a:prstGeom>
          <a:solidFill>
            <a:srgbClr val="403234"/>
          </a:solidFill>
          <a:ln cap="flat" cmpd="sng" w="9525">
            <a:solidFill>
              <a:srgbClr val="403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zme alguna imagen para esta diapo que tenga sentido con el texto" id="68" name="Google Shape;68;p14"/>
          <p:cNvPicPr preferRelativeResize="0"/>
          <p:nvPr/>
        </p:nvPicPr>
        <p:blipFill rotWithShape="1">
          <a:blip r:embed="rId3">
            <a:alphaModFix/>
          </a:blip>
          <a:srcRect b="-18770" l="0" r="0" t="18770"/>
          <a:stretch/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-57150" y="6658200"/>
            <a:ext cx="14744700" cy="1571400"/>
          </a:xfrm>
          <a:prstGeom prst="rect">
            <a:avLst/>
          </a:prstGeom>
          <a:solidFill>
            <a:srgbClr val="3F3033"/>
          </a:solidFill>
          <a:ln cap="flat" cmpd="sng" w="9525">
            <a:solidFill>
              <a:srgbClr val="3F3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793790" y="2380417"/>
            <a:ext cx="1173872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3550"/>
              <a:buFont typeface="Arial"/>
              <a:buNone/>
            </a:pPr>
            <a:r>
              <a:rPr lang="en-US" sz="3550">
                <a:solidFill>
                  <a:srgbClr val="FFF8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Description and Goals</a:t>
            </a:r>
            <a:endParaRPr i="0" sz="3550" u="none" cap="none" strike="noStrike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793790" y="3401020"/>
            <a:ext cx="4196358" cy="2448044"/>
          </a:xfrm>
          <a:prstGeom prst="roundRect">
            <a:avLst>
              <a:gd fmla="val 5976" name="adj"/>
            </a:avLst>
          </a:prstGeom>
          <a:solidFill>
            <a:srgbClr val="403234"/>
          </a:solidFill>
          <a:ln cap="flat" cmpd="sng" w="30475">
            <a:solidFill>
              <a:srgbClr val="786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763310" y="3401020"/>
            <a:ext cx="121920" cy="2448044"/>
          </a:xfrm>
          <a:prstGeom prst="roundRect">
            <a:avLst>
              <a:gd fmla="val 27907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1142524" y="36583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Socialize dogs</a:t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142524" y="4148733"/>
            <a:ext cx="35903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 reduce anxiety and behavioral problems.</a:t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t/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216962" y="3401020"/>
            <a:ext cx="4196358" cy="2448044"/>
          </a:xfrm>
          <a:prstGeom prst="roundRect">
            <a:avLst>
              <a:gd fmla="val 5976" name="adj"/>
            </a:avLst>
          </a:prstGeom>
          <a:solidFill>
            <a:srgbClr val="403234"/>
          </a:solidFill>
          <a:ln cap="flat" cmpd="sng" w="30475">
            <a:solidFill>
              <a:srgbClr val="786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186482" y="3401020"/>
            <a:ext cx="121920" cy="2448044"/>
          </a:xfrm>
          <a:prstGeom prst="roundRect">
            <a:avLst>
              <a:gd fmla="val 27907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565696" y="3658314"/>
            <a:ext cx="359033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Find walking companions</a:t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565696" y="4503063"/>
            <a:ext cx="35903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Help owners find walking companions in their neighborhood.</a:t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t/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9640133" y="3401020"/>
            <a:ext cx="4196358" cy="2448044"/>
          </a:xfrm>
          <a:prstGeom prst="roundRect">
            <a:avLst>
              <a:gd fmla="val 5976" name="adj"/>
            </a:avLst>
          </a:prstGeom>
          <a:solidFill>
            <a:srgbClr val="403234"/>
          </a:solidFill>
          <a:ln cap="flat" cmpd="sng" w="30475">
            <a:solidFill>
              <a:srgbClr val="786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9609653" y="3401020"/>
            <a:ext cx="121920" cy="2448044"/>
          </a:xfrm>
          <a:prstGeom prst="roundRect">
            <a:avLst>
              <a:gd fmla="val 27907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9988868" y="3658314"/>
            <a:ext cx="359033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Build a community</a:t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9988868" y="4503063"/>
            <a:ext cx="35903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Create a local community of dog lovers.</a:t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t/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12608450" y="7447125"/>
            <a:ext cx="2022000" cy="782400"/>
          </a:xfrm>
          <a:prstGeom prst="rect">
            <a:avLst/>
          </a:prstGeom>
          <a:solidFill>
            <a:srgbClr val="403234"/>
          </a:solidFill>
          <a:ln cap="flat" cmpd="sng" w="9525">
            <a:solidFill>
              <a:srgbClr val="403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793790" y="1058942"/>
            <a:ext cx="6186368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3550"/>
              <a:buFont typeface="Arial"/>
              <a:buNone/>
            </a:pPr>
            <a:r>
              <a:rPr b="1" lang="en-US" sz="3550">
                <a:solidFill>
                  <a:srgbClr val="FFF8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 Features</a:t>
            </a:r>
            <a:endParaRPr i="0" sz="3550" u="none" cap="none" strike="noStrike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descr="preencoded.png" id="95" name="Google Shape;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21230"/>
            <a:ext cx="8284130" cy="469427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7881143" y="3697961"/>
            <a:ext cx="39168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650"/>
              <a:buFont typeface="Arial"/>
              <a:buNone/>
            </a:pPr>
            <a:r>
              <a:rPr b="1" lang="en-US" sz="2650">
                <a:solidFill>
                  <a:srgbClr val="FFF8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Swiping Zone</a:t>
            </a:r>
            <a:endParaRPr b="1" sz="2650">
              <a:solidFill>
                <a:srgbClr val="FFF8F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2650"/>
              <a:buFont typeface="Arial"/>
              <a:buNone/>
            </a:pPr>
            <a:r>
              <a:t/>
            </a:r>
            <a:endParaRPr b="1" sz="2650">
              <a:solidFill>
                <a:srgbClr val="FFF8F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7881143" y="4350066"/>
            <a:ext cx="4205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Swipe right for a "Woof" (Like) or left for a "Grrr" (Pass).</a:t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t/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2608450" y="7447125"/>
            <a:ext cx="2022000" cy="782400"/>
          </a:xfrm>
          <a:prstGeom prst="rect">
            <a:avLst/>
          </a:prstGeom>
          <a:solidFill>
            <a:srgbClr val="403234"/>
          </a:solidFill>
          <a:ln cap="flat" cmpd="sng" w="9525">
            <a:solidFill>
              <a:srgbClr val="403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1051065" y="1015861"/>
            <a:ext cx="453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FF8F5"/>
              </a:buClr>
              <a:buSzPts val="3550"/>
              <a:buFont typeface="Arial"/>
              <a:buNone/>
            </a:pPr>
            <a:r>
              <a:rPr b="1" lang="en-US" sz="3550">
                <a:solidFill>
                  <a:srgbClr val="FFF8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More Features</a:t>
            </a:r>
            <a:endParaRPr i="0" sz="3550" u="none" cap="none" strike="noStrike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793790" y="4360802"/>
            <a:ext cx="6408000" cy="2040600"/>
          </a:xfrm>
          <a:prstGeom prst="roundRect">
            <a:avLst>
              <a:gd fmla="val 7170" name="adj"/>
            </a:avLst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93790" y="4330322"/>
            <a:ext cx="6408000" cy="121800"/>
          </a:xfrm>
          <a:prstGeom prst="roundRect">
            <a:avLst>
              <a:gd fmla="val 27907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657540" y="4020640"/>
            <a:ext cx="680400" cy="680400"/>
          </a:xfrm>
          <a:prstGeom prst="roundRect">
            <a:avLst>
              <a:gd fmla="val 134383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924413" y="4221187"/>
            <a:ext cx="146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 i="0" sz="2100" u="none" cap="none" strike="noStrike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51084" y="492777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Owner Chat</a:t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051084" y="5418196"/>
            <a:ext cx="5893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Unlocks only when there is a "Match".</a:t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t/>
            </a:r>
            <a:endParaRPr sz="175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7428548" y="4360802"/>
            <a:ext cx="6408000" cy="2040600"/>
          </a:xfrm>
          <a:prstGeom prst="roundRect">
            <a:avLst>
              <a:gd fmla="val 7170" name="adj"/>
            </a:avLst>
          </a:prstGeom>
          <a:solidFill>
            <a:srgbClr val="403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7428498" y="4330322"/>
            <a:ext cx="6408000" cy="121800"/>
          </a:xfrm>
          <a:prstGeom prst="roundRect">
            <a:avLst>
              <a:gd fmla="val 27907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0292398" y="4020653"/>
            <a:ext cx="680400" cy="680400"/>
          </a:xfrm>
          <a:prstGeom prst="roundRect">
            <a:avLst>
              <a:gd fmla="val 134383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0496546" y="4190743"/>
            <a:ext cx="2721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i="0" sz="2100" u="none" cap="none" strike="noStrike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7685842" y="492777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Petch Map</a:t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rgbClr val="D3C9C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7685842" y="5418196"/>
            <a:ext cx="5893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3C9C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D3C9C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Highlights nearby dog-friendly parks and 24/7 emergency vets.</a:t>
            </a:r>
            <a:endParaRPr i="0" sz="1750" u="none" cap="none" strike="noStrike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12608450" y="7447125"/>
            <a:ext cx="2022000" cy="782400"/>
          </a:xfrm>
          <a:prstGeom prst="rect">
            <a:avLst/>
          </a:prstGeom>
          <a:solidFill>
            <a:srgbClr val="403234"/>
          </a:solidFill>
          <a:ln cap="flat" cmpd="sng" w="9525">
            <a:solidFill>
              <a:srgbClr val="4032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uedes hacer que parezca mas una captura en vez de una foto a un movil y que no salga texto en las ubicaciones ni la interfaz del petch map"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6236" y="301400"/>
            <a:ext cx="3492525" cy="34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zme una diapo final dando las gracias en ingles o lo que swea"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0"/>
            <a:ext cx="147447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5779375" y="6671575"/>
            <a:ext cx="3262500" cy="1092000"/>
          </a:xfrm>
          <a:prstGeom prst="rect">
            <a:avLst/>
          </a:prstGeom>
          <a:solidFill>
            <a:srgbClr val="403234"/>
          </a:solidFill>
          <a:ln cap="flat" cmpd="sng" w="9525">
            <a:solidFill>
              <a:srgbClr val="403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